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03cdabdfe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03cdabdfe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03cdabdfe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03cdabdf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03cdabdfe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03cdabdfe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06822fa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06822fa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03cdabdfe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03cdabdfe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03cdabdfe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03cdabdfe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03cdabdfe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03cdabdfe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/>
          <p:nvPr/>
        </p:nvSpPr>
        <p:spPr>
          <a:xfrm>
            <a:off x="552600" y="114303"/>
            <a:ext cx="8191191" cy="46761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DFEAFB"/>
                    </a:gs>
                    <a:gs pos="100000">
                      <a:srgbClr val="6E9CE7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atin typeface="Arial"/>
              </a:rPr>
              <a:t>PROJECT WORK 2024-2025</a:t>
            </a:r>
          </a:p>
        </p:txBody>
      </p:sp>
      <p:sp>
        <p:nvSpPr>
          <p:cNvPr id="135" name="Google Shape;135;p13"/>
          <p:cNvSpPr txBox="1"/>
          <p:nvPr/>
        </p:nvSpPr>
        <p:spPr>
          <a:xfrm>
            <a:off x="3879599" y="1099508"/>
            <a:ext cx="4864200" cy="3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3400">
                <a:solidFill>
                  <a:srgbClr val="D9EAD3"/>
                </a:solidFill>
                <a:latin typeface="Lato"/>
                <a:ea typeface="Lato"/>
                <a:cs typeface="Lato"/>
                <a:sym typeface="Lato"/>
              </a:rPr>
              <a:t>Aliahna Mercado</a:t>
            </a:r>
            <a:endParaRPr i="1" sz="3400">
              <a:solidFill>
                <a:srgbClr val="D9EAD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3400">
                <a:solidFill>
                  <a:srgbClr val="D9EAD3"/>
                </a:solidFill>
                <a:latin typeface="Lato"/>
                <a:ea typeface="Lato"/>
                <a:cs typeface="Lato"/>
                <a:sym typeface="Lato"/>
              </a:rPr>
              <a:t>Kevin Cardoni</a:t>
            </a:r>
            <a:endParaRPr i="1" sz="3400">
              <a:solidFill>
                <a:srgbClr val="D9EAD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3400">
                <a:solidFill>
                  <a:srgbClr val="D9EAD3"/>
                </a:solidFill>
                <a:latin typeface="Lato"/>
                <a:ea typeface="Lato"/>
                <a:cs typeface="Lato"/>
                <a:sym typeface="Lato"/>
              </a:rPr>
              <a:t>Matteo Ferrari</a:t>
            </a:r>
            <a:endParaRPr i="1" sz="3400">
              <a:solidFill>
                <a:srgbClr val="D9EAD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3400">
                <a:solidFill>
                  <a:srgbClr val="D9EAD3"/>
                </a:solidFill>
                <a:latin typeface="Lato"/>
                <a:ea typeface="Lato"/>
                <a:cs typeface="Lato"/>
                <a:sym typeface="Lato"/>
              </a:rPr>
              <a:t>Daniel Siviero</a:t>
            </a:r>
            <a:endParaRPr i="1" sz="3400">
              <a:solidFill>
                <a:srgbClr val="D9EAD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D9EAD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D9EAD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3000">
                <a:solidFill>
                  <a:schemeClr val="lt2"/>
                </a:solidFill>
              </a:rPr>
              <a:t>SIEM Flask Application</a:t>
            </a:r>
            <a:endParaRPr sz="3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81050"/>
            <a:ext cx="2949875" cy="216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Web App Security Logging e Monitoring</a:t>
            </a:r>
            <a:endParaRPr b="1"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564600" y="1608575"/>
            <a:ext cx="63063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OBIETTIVI: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700"/>
              <a:t>- Creazione di una dashboard di monitoring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700"/>
              <a:t>- Creazione di un sistema per la registrazione degli utenti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700"/>
              <a:t>- Creazione di un sistema di autorizzazione per gestire i permessi degli utenti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700"/>
              <a:t>- Creazione di una pagina personale per gestire il proprio profilo</a:t>
            </a:r>
            <a:endParaRPr sz="1700"/>
          </a:p>
        </p:txBody>
      </p:sp>
      <p:pic>
        <p:nvPicPr>
          <p:cNvPr id="143" name="Google Shape;14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8101" y="3783000"/>
            <a:ext cx="1855900" cy="136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1052550" y="3839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Divisione dei ruoli</a:t>
            </a:r>
            <a:endParaRPr/>
          </a:p>
        </p:txBody>
      </p:sp>
      <p:sp>
        <p:nvSpPr>
          <p:cNvPr id="149" name="Google Shape;149;p15"/>
          <p:cNvSpPr txBox="1"/>
          <p:nvPr>
            <p:ph idx="1" type="body"/>
          </p:nvPr>
        </p:nvSpPr>
        <p:spPr>
          <a:xfrm>
            <a:off x="534075" y="1594900"/>
            <a:ext cx="3515700" cy="33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FRONT END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Aliahna: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Pagina di Login e Home page, pagina Account, registrazione, </a:t>
            </a:r>
            <a:r>
              <a:rPr lang="it"/>
              <a:t>termini e condizioni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Kevin: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Creazione della dashboard, pagine errori, pagina Contatti, policy 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4808500" y="1594900"/>
            <a:ext cx="3900300" cy="29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BACK END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Daniel: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it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Database e gestione dei dati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Matteo: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it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Logica applicativa, interazione Frontend e Backend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1" name="Google Shape;15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8101" y="3782850"/>
            <a:ext cx="1855900" cy="136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FRONT END - Aliahna</a:t>
            </a:r>
            <a:endParaRPr/>
          </a:p>
        </p:txBody>
      </p:sp>
      <p:sp>
        <p:nvSpPr>
          <p:cNvPr id="157" name="Google Shape;157;p16"/>
          <p:cNvSpPr txBox="1"/>
          <p:nvPr>
            <p:ph idx="1" type="body"/>
          </p:nvPr>
        </p:nvSpPr>
        <p:spPr>
          <a:xfrm>
            <a:off x="1297500" y="1307850"/>
            <a:ext cx="5965800" cy="30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it"/>
              <a:t>Flusso del lavoro:</a:t>
            </a:r>
            <a:endParaRPr/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Consultazione di templates </a:t>
            </a:r>
            <a:endParaRPr/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Creazione della homepage aiutandomi con diversi template mantenendo uno stile semplice</a:t>
            </a:r>
            <a:endParaRPr/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Creazione pagina Login/Sign in e Account</a:t>
            </a:r>
            <a:endParaRPr/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Creazione  termini e condizioni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Conoscenze acquisite:</a:t>
            </a:r>
            <a:endParaRPr/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Creazione di interfacce utente responsive con HTML e CSS</a:t>
            </a:r>
            <a:endParaRPr/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it"/>
              <a:t>Gestione di stili dinamici</a:t>
            </a:r>
            <a:endParaRPr/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it"/>
              <a:t>Implementazione di filtri di ricerca in tempo reale con JavaScript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8101" y="3783000"/>
            <a:ext cx="1855900" cy="136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FRONT END - Kevin</a:t>
            </a:r>
            <a:endParaRPr/>
          </a:p>
        </p:txBody>
      </p:sp>
      <p:pic>
        <p:nvPicPr>
          <p:cNvPr id="164" name="Google Shape;16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8101" y="3783000"/>
            <a:ext cx="1855900" cy="136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0" y="393806"/>
            <a:ext cx="91440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17"/>
          <p:cNvSpPr txBox="1"/>
          <p:nvPr>
            <p:ph idx="1" type="body"/>
          </p:nvPr>
        </p:nvSpPr>
        <p:spPr>
          <a:xfrm>
            <a:off x="814850" y="1325400"/>
            <a:ext cx="6473400" cy="34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Flusso di lavoro</a:t>
            </a:r>
            <a:endParaRPr b="1"/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Dashboard/Area Admin: Creazione della complessa Dashboard Log di Sicurezza (Alerts Brute Force/SQLi, filtri granulari, grafici) e sezioni amministrative.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Pagine Base: Implementazione delle pagine essenziali: Contatti e Privacy Policy (GDPR).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Gestione Errori: Progettazione delle pagine di errore 404 e 500 coerenti e responsive.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Coerenza Visiva: Definizione dello stile CSS unificato (Tema Scuro/Arancione) applicato a tutto il progetto.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Conoscenze acquisite</a:t>
            </a:r>
            <a:endParaRPr b="1"/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Padronanza nello sviluppo di interfacce statiche, responsive e accessibili.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Design System: Capacità di creare un tema scuro coerente e personalizzabile tramite l'uso estensivo di Variabili CSS.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Sicurezza Frontend: Applicazione di principi di sicurezza (es. Monitoraggio/Avvisi per input malevoli) nel design della Dashboard Log.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Conformità Legale: Comprensione e applicazione dei requisiti GDPR (es. Privacy Policy, cookie tecnici).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BACK END - Matteo</a:t>
            </a:r>
            <a:endParaRPr/>
          </a:p>
        </p:txBody>
      </p:sp>
      <p:sp>
        <p:nvSpPr>
          <p:cNvPr id="172" name="Google Shape;172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Flusso di lavoro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Scelto Flask come framework per </a:t>
            </a:r>
            <a:r>
              <a:rPr lang="it"/>
              <a:t>realizzare</a:t>
            </a:r>
            <a:r>
              <a:rPr lang="it"/>
              <a:t> la Web App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Configurazione degli endpoint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Utilizzato modulo </a:t>
            </a:r>
            <a:r>
              <a:rPr b="1" lang="it"/>
              <a:t>flask_login</a:t>
            </a:r>
            <a:r>
              <a:rPr lang="it"/>
              <a:t> per gestire le sessioni e gli utenti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Integrazione tra componenti frontend e backend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Interazione con la parte di sicurezza e gestione dei log </a:t>
            </a:r>
            <a:r>
              <a:rPr lang="it"/>
              <a:t>realizzata</a:t>
            </a:r>
            <a:r>
              <a:rPr lang="it"/>
              <a:t> da Daniel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Conoscenze </a:t>
            </a:r>
            <a:r>
              <a:rPr b="1" lang="it"/>
              <a:t>acquisite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Utilizzo framework Flask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Comprensione delle buone pratiche di sicurezza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Collaborazioni con altri membri del team</a:t>
            </a:r>
            <a:endParaRPr/>
          </a:p>
        </p:txBody>
      </p:sp>
      <p:pic>
        <p:nvPicPr>
          <p:cNvPr id="173" name="Google Shape;17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8101" y="3783000"/>
            <a:ext cx="1855900" cy="1360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71334">
            <a:off x="6514526" y="521273"/>
            <a:ext cx="2185246" cy="2185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499587">
            <a:off x="-2200" y="3449475"/>
            <a:ext cx="1587450" cy="158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BACK END - Daniel</a:t>
            </a:r>
            <a:endParaRPr/>
          </a:p>
        </p:txBody>
      </p:sp>
      <p:sp>
        <p:nvSpPr>
          <p:cNvPr id="181" name="Google Shape;18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Flusso di lavoro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Creazione e gestione DB tramite SQLAlchemy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Creazione di funzioni per la gestione e analisi dei dati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Interconnessione con la parte applicativa realizzata con Matteo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Conoscenze acquisite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Utilizzo di regex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Pratiche di sicurezza web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it"/>
              <a:t>Progettazione di una web app completa</a:t>
            </a:r>
            <a:endParaRPr/>
          </a:p>
        </p:txBody>
      </p:sp>
      <p:pic>
        <p:nvPicPr>
          <p:cNvPr id="182" name="Google Shape;18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8101" y="3783000"/>
            <a:ext cx="1855900" cy="1360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999625">
            <a:off x="5495900" y="1499553"/>
            <a:ext cx="3071175" cy="6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044592">
            <a:off x="-57678" y="3950963"/>
            <a:ext cx="1932157" cy="1142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8101" y="3783000"/>
            <a:ext cx="1855900" cy="136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1973575" y="1553250"/>
            <a:ext cx="5581200" cy="8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 sz="3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Grazie dell’attenzione</a:t>
            </a:r>
            <a:endParaRPr b="1" i="1" sz="3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